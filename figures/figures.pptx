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8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E94D-C7E0-4D0B-97A1-50C69799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7E819-5AC4-4E34-AD5B-D5780BF5B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DBB5-2C3A-4DBF-97C6-08CE4543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30C19-5E3E-46C3-BDCC-8EAEB331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D7580-3C22-4863-BC9D-AE6FD70B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3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5264-0E5C-4456-B49F-ACB43413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B67ED-A92C-4418-B620-7B7070BF3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92F58-B118-4C5C-B211-71D18A82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5550-ABD9-4531-8370-A978A4F8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FE4B-CF37-4780-8A6E-4C33C2FD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5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50EA-91A7-4974-889D-C31C10827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271FF-7944-4DE7-810B-8938629B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C605-5FA2-42D3-94EB-52C46088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CAB1D-3B13-4735-9BAE-F33DF713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BA43-2009-49E0-BCF9-82A97F7E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B641-E49A-4C2A-8281-C1CA67D4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D11B4-0BE9-4C40-A62A-C86CABC1D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C4A0A-2AB1-4DE6-ADB4-C97E06658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5361B-AE0E-4AFE-8298-95EB99D1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08343-3234-42AB-974F-AF3D5D2C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817D0-1211-456A-A852-35E97DDC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DE7D-6AF1-4179-A966-70F84075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059F1-4AB6-411B-ABBA-22BDA2D43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79D86-CE3F-434A-8667-C7734B5A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5D02B-A6E4-4E89-A809-560029819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D8DB2-C80A-414B-ABB2-6EC5A0AD0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BA637-7678-4E3C-92E5-855D5350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34574-472D-40CA-AFD6-98800B6C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E50C4-FA16-4AF8-942B-B5BDFBE2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BE47-0074-4AA0-A7B1-DE506B34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5F454-C848-425D-994E-57C6C676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53BF9-59D7-4F5E-9888-9AA26399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F18F9-7E54-4D87-93C2-943FE28E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1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14AA9-5A02-4A20-AA4D-EE220754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958D6-68A8-4980-8F0E-F1A6DA02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D4F14-FFE4-451A-B10C-01E564E5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56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A308-EBC2-4391-80E4-BCB280EB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FEB03-914A-4760-ADA2-C6B41159B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DDD09-8C3B-417D-B396-8D7852B23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4330A-0019-465B-97AA-59694813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BDD3-9429-4120-9967-E9947281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E248A-C354-4B5C-8F78-8D76ABF6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6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BE57-7379-4C62-B9F6-9407A7D6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A1309-DCB1-42F2-A712-6034ECF7F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9C61-DECA-4683-B8F5-08DAF623B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146D4-0C09-4B05-A4F7-D2DF8C54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E4EE6-DE5A-4236-B730-CD05C560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A136D-6700-4A8F-8680-969A0033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B95C-6EC8-43D0-BB7B-F88AF1D6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9C9E5-8544-4197-8FD4-E490BC2C4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76F37-71B0-4900-9B87-C1F23486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8E87C-2C60-4D6C-A7CA-AF1DC9BB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92AF-C82C-482A-A91E-FBC07FAF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4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C2AF7-9E97-41BB-A8C2-228FB2181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FDE3D-E1DB-4B1C-A4C2-E57E0E935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ABDD4-02A0-4E7F-A7F6-4FE125A5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99F8-A8F8-4AAB-9E68-018FB9FD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78ED9-52CE-4F83-8835-D845D6A1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9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3ACA5-B833-4B07-BABD-39EBB8F2A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6A5C5-0002-4B77-BDDF-7ADC89CDF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7DCE-074B-4F10-B4F0-5BFE15C72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C9BF6-FB48-42B2-903D-552F59BF9BD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BF3B9-EB4F-472E-AC72-B1B386825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06F2-C5A3-4CF6-8BAB-FAA4478CF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EC1F-3045-4BCD-9183-0B2DE7EF0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3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822CF-D0FA-43E7-BD6D-95C762EE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4A2A-7FA4-4531-8187-E300E733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AE5247-3161-47EF-A894-7EDB366AD0CE}"/>
              </a:ext>
            </a:extLst>
          </p:cNvPr>
          <p:cNvGrpSpPr/>
          <p:nvPr/>
        </p:nvGrpSpPr>
        <p:grpSpPr>
          <a:xfrm>
            <a:off x="612648" y="1342246"/>
            <a:ext cx="10817352" cy="4087004"/>
            <a:chOff x="612648" y="1342246"/>
            <a:chExt cx="10817352" cy="4087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BC2444-46D1-4C96-B71E-B1ADBF610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648" y="1428750"/>
              <a:ext cx="5334000" cy="4000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B315D4-8799-4933-B1C1-4CDBB377E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428750"/>
              <a:ext cx="5334000" cy="4000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59CAA8-B4E7-4DB0-A2C8-E8FD4FF72992}"/>
                </a:ext>
              </a:extLst>
            </p:cNvPr>
            <p:cNvSpPr txBox="1"/>
            <p:nvPr/>
          </p:nvSpPr>
          <p:spPr>
            <a:xfrm>
              <a:off x="682092" y="134224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F61DD-D723-4C0C-BD51-0E7B02040A3B}"/>
                </a:ext>
              </a:extLst>
            </p:cNvPr>
            <p:cNvSpPr txBox="1"/>
            <p:nvPr/>
          </p:nvSpPr>
          <p:spPr>
            <a:xfrm>
              <a:off x="6048096" y="1342246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563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CE1D77-A15F-4715-9AA1-5BEF9B4EC88F}"/>
              </a:ext>
            </a:extLst>
          </p:cNvPr>
          <p:cNvGrpSpPr/>
          <p:nvPr/>
        </p:nvGrpSpPr>
        <p:grpSpPr>
          <a:xfrm>
            <a:off x="762000" y="1428750"/>
            <a:ext cx="10668000" cy="4000500"/>
            <a:chOff x="762000" y="1428750"/>
            <a:chExt cx="10668000" cy="40005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DE979EF-BECE-4000-A92E-AB42CB3AB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1428750"/>
              <a:ext cx="5334000" cy="4000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B46E64-F83A-455A-BD9C-B2A83299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428750"/>
              <a:ext cx="5334000" cy="4000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46649F-EE26-4F2A-9B4B-78E163B2018B}"/>
                </a:ext>
              </a:extLst>
            </p:cNvPr>
            <p:cNvSpPr txBox="1"/>
            <p:nvPr/>
          </p:nvSpPr>
          <p:spPr>
            <a:xfrm>
              <a:off x="969264" y="14287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27BBEC-F36E-4224-B8F4-027D46D65726}"/>
                </a:ext>
              </a:extLst>
            </p:cNvPr>
            <p:cNvSpPr txBox="1"/>
            <p:nvPr/>
          </p:nvSpPr>
          <p:spPr>
            <a:xfrm>
              <a:off x="6486144" y="1428750"/>
              <a:ext cx="365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17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0078D6D-F1FC-43A3-9692-C988B605B0F6}"/>
              </a:ext>
            </a:extLst>
          </p:cNvPr>
          <p:cNvGrpSpPr/>
          <p:nvPr/>
        </p:nvGrpSpPr>
        <p:grpSpPr>
          <a:xfrm>
            <a:off x="1307756" y="1373144"/>
            <a:ext cx="10668000" cy="4006678"/>
            <a:chOff x="1307756" y="1373144"/>
            <a:chExt cx="10668000" cy="40066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F05835E-E60D-433C-AC98-56472900E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1756" y="1379322"/>
              <a:ext cx="5334000" cy="4000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82BF63-250A-4D06-A775-2E8170CEA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756" y="1373144"/>
              <a:ext cx="5334000" cy="4000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304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Cossio</dc:creator>
  <cp:lastModifiedBy>Anthony Cossio</cp:lastModifiedBy>
  <cp:revision>10</cp:revision>
  <dcterms:created xsi:type="dcterms:W3CDTF">2025-01-31T18:15:47Z</dcterms:created>
  <dcterms:modified xsi:type="dcterms:W3CDTF">2025-06-04T17:00:03Z</dcterms:modified>
</cp:coreProperties>
</file>